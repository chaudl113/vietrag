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65D"/>
                </a:solidFill>
                <a:latin typeface="Calibri"/>
              </a:defRPr>
            </a:pPr>
            <a:r>
              <a:t>Gioi thieu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"/>
              </a:defRPr>
            </a:pPr>
            <a:r>
              <a:t>Generated from 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572000"/>
            <a:ext cx="3657600" cy="36576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Calibri"/>
              </a:defRPr>
            </a:pPr>
            <a:r>
              <a:t>Section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VietRAG - He thong RAG tieng Viet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Calibri"/>
              </a:defRPr>
            </a:pPr>
            <a:r>
              <a:t>Section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VietRAG la nen tang nguon mo giup doanh nghiep xay dung chatbot AI thong minh duoc du lieu rieng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Ho tro tieng Viet va da ngon ngu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Calibri"/>
              </a:defRPr>
            </a:pPr>
            <a:r>
              <a:t>Section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He thong ho tro tim kiem nghia tren Elasticsearch, upload tai lieu PDF DOCX TXT, va bao mat du lieu voi ma hoa toan bo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Calibri"/>
              </a:defRPr>
            </a:pPr>
            <a:r>
              <a:t>Kienv truc he thong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Key point from this section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Calibri"/>
              </a:defRPr>
            </a:pPr>
            <a:r>
              <a:t>Section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Frontend Next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js ket noi voi Backend Express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Backend xu ly RAG pipeline trich xuat noi dung tao embedding tim kiem vector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Elasticsearch luu tru vector embeddings cho tim kiem nhanh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Calibri"/>
              </a:defRPr>
            </a:pPr>
            <a:r>
              <a:t>Loi ich cho doanh nghiep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Key point from this section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  <a:latin typeface="Calibri"/>
              </a:defRPr>
            </a:pPr>
            <a:r>
              <a:t>Section 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Giam thoi gian tim kiem thong tin 80 phan tram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Nhan vien hoi dap theo ngon ngu tu nhien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Du lieu duoc bao mat tren server rieng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●  Tich hop de dang voi he thong hien 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57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Summary point 1</a:t>
            </a:r>
          </a:p>
          <a:p>
            <a:pPr algn="l">
              <a:spcAft>
                <a:spcPts val="1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Summary point 2</a:t>
            </a:r>
          </a:p>
          <a:p>
            <a:pPr algn="l">
              <a:spcAft>
                <a:spcPts val="1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Summary point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